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Collecting and Summarizing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Md Mutasim Billah,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342900" marL="342900">
              <a:buAutoNum type="arabicPeriod"/>
            </a:pPr>
            <a:r>
              <a:rPr/>
              <a:t>Machine</a:t>
            </a:r>
          </a:p>
          <a:p>
            <a:pPr lvl="0" indent="-342900" marL="342900">
              <a:buAutoNum type="arabicPeriod"/>
            </a:pPr>
            <a:r>
              <a:rPr/>
              <a:t>Production speed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3429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3429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3429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Collecting and Summarizing Data</dc:title>
  <dc:creator/>
  <cp:keywords/>
  <dcterms:created xsi:type="dcterms:W3CDTF">2026-08-19T17:02:43Z</dcterms:created>
  <dcterms:modified xsi:type="dcterms:W3CDTF">2026-08-19T17:02:43Z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Md Mutasim Billah,</vt:lpwstr>
  </property>
  <property fmtid="{D5CDD505-2E9C-101B-9397-08002B2CF9AE}" pid="9" name="toc-title">
    <vt:lpwstr>Table of contents</vt:lpwstr>
  </property>
</Properties>
</file>