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4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3" Type="http://schemas.openxmlformats.org/officeDocument/2006/relationships/theme" Target="theme/theme1.xml" /><Relationship Id="rId12" Type="http://schemas.openxmlformats.org/officeDocument/2006/relationships/viewProps" Target="viewProps.xml" /><Relationship Id="rId11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3-Prob-Handout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ssmanchance.com/applets/2021/oneprop/OneProp.ht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03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03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Probability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Coin Toss Applet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Rossman/Chance Coin Tossing Simulation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Interpretation of Probability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“The chance of getting 1 when rolling a die is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roll a die many times under the same conditions, we would get 1 roughly </a:t>
                </a:r>
                <a14:m>
                  <m:oMath xmlns:m="http://schemas.openxmlformats.org/officeDocument/2006/math">
                    <m:r>
                      <m:t>16.7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 time.</a:t>
                </a:r>
              </a:p>
              <a:p>
                <a:pPr lvl="1"/>
                <a:r>
                  <a:rPr/>
                  <a:t>“The chance that a light bulb lasts longer than 2 years is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.”</a:t>
                </a:r>
              </a:p>
              <a:p>
                <a:pPr lvl="1"/>
                <a:r>
                  <a:rPr/>
                  <a:t>Meaning: If we turn on many light bulbs under the same conditions, about </a:t>
                </a:r>
                <a14:m>
                  <m:oMath xmlns:m="http://schemas.openxmlformats.org/officeDocument/2006/math">
                    <m:r>
                      <m:t>72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of them would last longer than 2 years.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Axioms of Probability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axioms of probability are properties that we intuitively expect a probability to have.</a:t>
            </a:r>
          </a:p>
          <a:p>
            <a:pPr lvl="0"/>
            <a:r>
              <a:rPr/>
              <a:t>All probability theory is built on these axioms.</a:t>
            </a:r>
          </a:p>
          <a:p>
            <a:pPr lvl="0"/>
            <a:r>
              <a:rPr/>
              <a:t>The mathematical foundations of probability, including these axioms, were laid out by </a:t>
            </a:r>
            <a:r>
              <a:rPr b="1"/>
              <a:t>Andrey Kolmogorov in 1933</a:t>
            </a:r>
            <a:r>
              <a:rPr/>
              <a:t>.</a:t>
            </a:r>
          </a:p>
          <a:p>
            <a:pPr lvl="0" indent="0" marL="0">
              <a:buNone/>
            </a:pP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03: Probability</dc:title>
  <dc:creator/>
  <cp:keywords/>
  <dcterms:created xsi:type="dcterms:W3CDTF">2026-10-09T14:17:56Z</dcterms:created>
  <dcterms:modified xsi:type="dcterms:W3CDTF">2026-10-09T14:17:56Z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