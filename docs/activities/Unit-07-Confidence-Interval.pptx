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11" Type="http://schemas.openxmlformats.org/officeDocument/2006/relationships/tableStyles" Target="tableStyles.xml" /><Relationship Id="rId1" Type="http://schemas.openxmlformats.org/officeDocument/2006/relationships/slideMaster" Target="slideMasters/slideMaster1.xml" /><Relationship Id="rId10" Type="http://schemas.openxmlformats.org/officeDocument/2006/relationships/theme" Target="theme/theme1.xml" /><Relationship Id="rId9" Type="http://schemas.openxmlformats.org/officeDocument/2006/relationships/viewProps" Target="viewProps.xml" /><Relationship Id="rId8"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I.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onfidence-Intervals.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ossmanchance.com/applets/2021/confsim/ConfSim.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07 Handout: Confidence Interval</a:t>
            </a:r>
            <a:r>
              <a:rPr/>
              <a:t> before class and bring it with you.</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07: Confidence Interval</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07 Practice Problems</a:t>
            </a:r>
            <a:r>
              <a:rPr/>
              <a:t> are available in Practice Problems tab of the course website.</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Confidence Interval Simulation Applet</a:t>
            </a:r>
          </a:p>
        </p:txBody>
      </p:sp>
      <p:sp>
        <p:nvSpPr>
          <p:cNvPr id="3" name="Text Placeholder 2"/>
          <p:cNvSpPr>
            <a:spLocks noGrp="1"/>
          </p:cNvSpPr>
          <p:nvPr>
            <p:ph idx="1"/>
          </p:nvPr>
        </p:nvSpPr>
        <p:spPr/>
        <p:txBody>
          <a:bodyPr/>
          <a:lstStyle/>
          <a:p>
            <a:pPr lvl="0"/>
            <a:r>
              <a:rPr/>
              <a:t>Explore confidence intervals using the </a:t>
            </a:r>
            <a:r>
              <a:rPr b="1">
                <a:hlinkClick r:id="rId2"/>
              </a:rPr>
              <a:t>Confidence Interval Simulation Applet</a:t>
            </a:r>
            <a:r>
              <a:rPr/>
              <a:t>.</a:t>
            </a:r>
          </a:p>
          <a:p>
            <a:pPr lvl="0"/>
            <a:r>
              <a:rPr/>
              <a:t>Pay attention to which intervals </a:t>
            </a:r>
            <a:r>
              <a:rPr b="1"/>
              <a:t>capture the true population parameter</a:t>
            </a:r>
            <a:r>
              <a:rPr/>
              <a:t> and which do not.</a:t>
            </a:r>
          </a:p>
          <a:p>
            <a:pPr lvl="0"/>
            <a:r>
              <a:rPr/>
              <a:t>What happens to the interval when you increae or decrease the sample size?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07: Confidence Interval</dc:title>
  <dc:creator/>
  <cp:keywords/>
  <dcterms:created xsi:type="dcterms:W3CDTF">2026-10-29T13:41:15Z</dcterms:created>
  <dcterms:modified xsi:type="dcterms:W3CDTF">2026-10-29T13:41:15Z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