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3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4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5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$$</a:t>
                </a:r>
              </a:p>
              <a:p>
                <a:pPr lvl="0" indent="0" marL="0">
                  <a:buNone/>
                </a:pPr>
                <a:r>
                  <a:rPr/>
                  <a:t>P(X_1=0) P(X_2=0) P(X_3=1) P(X_4=0) P(X_5=1) $$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0.05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0.05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4" end="6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6" end="6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5" end="7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0" end="8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1" end="8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9" end="8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1" end="9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2026-09-17T18:10:50Z</dcterms:created>
  <dcterms:modified xsi:type="dcterms:W3CDTF">2026-09-17T18:10:50Z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