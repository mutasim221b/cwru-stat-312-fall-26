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3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4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5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3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4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5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0.95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0.95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0.05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0.95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0.05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3" end="6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8" end="6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0" end="7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2" end="7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4" end="7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9" end="7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0" end="8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8" end="8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0" end="9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2026-09-16T14:11:33Z</dcterms:created>
  <dcterms:modified xsi:type="dcterms:W3CDTF">2026-09-16T14:11:33Z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