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7" Type="http://schemas.openxmlformats.org/officeDocument/2006/relationships/theme" Target="theme/theme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Boxplot-Example-Handout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Settling 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💻 Put away your laptop and mobile phone, and take out your notebook or preferred writing device.</a:t>
            </a:r>
          </a:p>
          <a:p>
            <a:pPr lvl="0"/>
            <a:r>
              <a:rPr/>
              <a:t>💬 Chat with your neighbors and share one thing you plan to do this weekend.</a:t>
            </a:r>
          </a:p>
          <a:p>
            <a:pPr lvl="0"/>
            <a:r>
              <a:rPr/>
              <a:t>🎵 Enjoy the music! CWRU playlist was created from your responses to the Early Course Survey and I will continue to add more songs from your replies.</a:t>
            </a:r>
          </a:p>
          <a:p>
            <a:pPr lvl="0"/>
            <a:r>
              <a:rPr/>
              <a:t>⏳ We’ll get started shortly!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2"/>
              </a:rPr>
              <a:t>Boxplot</a:t>
            </a:r>
            <a:r>
              <a:rPr/>
              <a:t> (no need to print and bring it in the class though!)</a:t>
            </a:r>
          </a:p>
          <a:p>
            <a:pPr lvl="0" indent="0" marL="0">
              <a:buNone/>
            </a:pPr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2026-08-31T12:22:37Z</dcterms:created>
  <dcterms:modified xsi:type="dcterms:W3CDTF">2026-08-31T12:22:37Z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