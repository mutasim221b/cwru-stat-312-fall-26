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Boxplot-Example-Handou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plan to do this weekend.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2"/>
              </a:rPr>
              <a:t>Boxplot</a:t>
            </a:r>
            <a:r>
              <a:rPr/>
              <a:t> (no need to print and bring it in the class though!)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2026-08-31T12:29:57Z</dcterms:created>
  <dcterms:modified xsi:type="dcterms:W3CDTF">2026-08-31T12:29:57Z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