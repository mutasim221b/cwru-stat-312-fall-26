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7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6" Type="http://schemas.openxmlformats.org/officeDocument/2006/relationships/theme" Target="theme/theme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2026-08-24T19:18:25Z</dcterms:created>
  <dcterms:modified xsi:type="dcterms:W3CDTF">2026-08-24T19:18:25Z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