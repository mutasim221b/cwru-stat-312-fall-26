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enjoyed doing this summer.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  <a:p>
            <a:pPr lvl="0" indent="0" marL="0">
              <a:buNone/>
            </a:pPr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2026-08-26T13:52:37Z</dcterms:created>
  <dcterms:modified xsi:type="dcterms:W3CDTF">2026-08-26T13:52:37Z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