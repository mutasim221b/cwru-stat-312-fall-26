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7" Type="http://schemas.openxmlformats.org/officeDocument/2006/relationships/theme" Target="theme/theme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Settling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💻 Put away your laptop and mobile phone, and take out your notebook or preferred writing device. 💬 Chat with your neighbors and share one thing you enjoyed doing this summer. 🎵 Enjoy the music! CWRU playlist was created from your responses to the Early Course Survey and I will continue to add more songs from your replies. ⏳ We’ll get started shortly!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2026-08-26T12:09:52Z</dcterms:created>
  <dcterms:modified xsi:type="dcterms:W3CDTF">2026-08-26T12:09:52Z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