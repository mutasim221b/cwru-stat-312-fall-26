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1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9" Type="http://schemas.openxmlformats.org/officeDocument/2006/relationships/theme" Target="theme/theme1.xml" /><Relationship Id="rId8" Type="http://schemas.openxmlformats.org/officeDocument/2006/relationships/viewProps" Target="viewProps.xml" /><Relationship Id="rId7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port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 01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Review the </a:t>
            </a:r>
            <a:r>
              <a:rPr>
                <a:hlinkClick r:id="rId2"/>
              </a:rPr>
              <a:t>Exam 1 Report</a:t>
            </a:r>
            <a:r>
              <a:rPr/>
              <a:t> before the class on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2026-10-10T12:47:28Z</dcterms:created>
  <dcterms:modified xsi:type="dcterms:W3CDTF">2026-10-10T12:47:28Z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