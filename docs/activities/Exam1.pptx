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9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8" Type="http://schemas.openxmlformats.org/officeDocument/2006/relationships/theme" Target="theme/theme1.xml" /><Relationship Id="rId7" Type="http://schemas.openxmlformats.org/officeDocument/2006/relationships/viewProps" Target="viewProps.xml" /><Relationship Id="rId6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Announcemen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Review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Announcement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Announcement</a:t>
            </a:r>
            <a:r>
              <a:rPr/>
              <a:t> and carefully review the announcement.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Review</a:t>
            </a:r>
            <a:r>
              <a:rPr/>
              <a:t> before class and bring it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Midterm Exam 01</dc:title>
  <dc:creator/>
  <cp:keywords/>
  <dcterms:created xsi:type="dcterms:W3CDTF">2026-10-21T16:43:16Z</dcterms:created>
  <dcterms:modified xsi:type="dcterms:W3CDTF">2026-10-21T16:43:16Z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