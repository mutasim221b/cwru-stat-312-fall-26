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wmf" ContentType="image/x-wmf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defTabSz="457200" fontAlgn="base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1pPr>
    <a:lvl2pPr algn="l" defTabSz="457200" fontAlgn="base" marL="4572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2pPr>
    <a:lvl3pPr algn="l" defTabSz="457200" fontAlgn="base" marL="9144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3pPr>
    <a:lvl4pPr algn="l" defTabSz="457200" fontAlgn="base" marL="13716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4pPr>
    <a:lvl5pPr algn="l" defTabSz="457200" fontAlgn="base" marL="1828800" rtl="0">
      <a:spcBef>
        <a:spcPct val="0"/>
      </a:spcBef>
      <a:spcAft>
        <a:spcPct val="0"/>
      </a:spcAft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5pPr>
    <a:lvl6pPr algn="l" defTabSz="457200" eaLnBrk="1" hangingPunct="1" latinLnBrk="0" marL="22860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6pPr>
    <a:lvl7pPr algn="l" defTabSz="457200" eaLnBrk="1" hangingPunct="1" latinLnBrk="0" marL="27432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7pPr>
    <a:lvl8pPr algn="l" defTabSz="457200" eaLnBrk="1" hangingPunct="1" latinLnBrk="0" marL="32004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8pPr>
    <a:lvl9pPr algn="l" defTabSz="457200" eaLnBrk="1" hangingPunct="1" latinLnBrk="0" marL="3657600" rtl="0">
      <a:defRPr kern="1200">
        <a:solidFill>
          <a:schemeClr val="tx1"/>
        </a:solidFill>
        <a:latin charset="0" typeface="Arial"/>
        <a:ea charset="-128" typeface="ＭＳ Ｐゴシック"/>
        <a:cs charset="-128" typeface="ＭＳ Ｐゴシック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A59"/>
    <a:srgbClr val="6A6A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4439"/>
    <p:restoredTop sz="94678"/>
  </p:normalViewPr>
  <p:slideViewPr>
    <p:cSldViewPr snapToGrid="0" snapToObjects="1">
      <p:cViewPr varScale="1">
        <p:scale>
          <a:sx d="100" n="150"/>
          <a:sy d="100" n="150"/>
        </p:scale>
        <p:origin x="3000" y="176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9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8" Type="http://schemas.openxmlformats.org/officeDocument/2006/relationships/theme" Target="theme/theme1.xml" /><Relationship Id="rId7" Type="http://schemas.openxmlformats.org/officeDocument/2006/relationships/viewProps" Target="viewProps.xml" /><Relationship Id="rId6" Type="http://schemas.openxmlformats.org/officeDocument/2006/relationships/presProps" Target="pres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0B1DB7-FFDC-5E16-20CA-37B54B3A9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0" numCol="1" anchor="t" anchorCtr="0" compatLnSpc="1">
            <a:prstTxWarp prst="textNoShape">
              <a:avLst/>
            </a:prstTxWarp>
          </a:bodyPr>
          <a:lstStyle>
            <a:lvl1pPr>
              <a:defRPr sz="3200">
                <a:solidFill>
                  <a:srgbClr val="123A59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 bwMode="auto">
          <a:xfrm>
            <a:off x="533400" y="1778001"/>
            <a:ext cx="7774280" cy="366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  <a:cs typeface="TitilliumMaps26L 500 wt"/>
              </a:defRPr>
            </a:lvl1pPr>
            <a:lvl2pPr marL="800100" indent="-342900" algn="l">
              <a:buFont typeface="Calibri" panose="020F0502020204030204" pitchFamily="34" charset="0"/>
              <a:buChar char="—"/>
              <a:defRPr sz="1800">
                <a:solidFill>
                  <a:schemeClr val="tx1"/>
                </a:solidFill>
                <a:latin typeface="+mn-lt"/>
                <a:cs typeface="TitilliumMaps26L 500 wt"/>
              </a:defRPr>
            </a:lvl2pPr>
            <a:lvl3pPr algn="l">
              <a:defRPr sz="2000">
                <a:solidFill>
                  <a:srgbClr val="6A6A6A"/>
                </a:solidFill>
                <a:latin typeface="TitilliumMaps26L 500 wt"/>
                <a:cs typeface="TitilliumMaps26L 500 w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 err="1"/>
              <a:t>aaa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rgbClr val="123A5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 anchor="t"/>
          <a:lstStyle>
            <a:lvl1pPr algn="ctr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123A59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8147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5" Target="../slideLayouts/slideLayout5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media/image1.wmf" Type="http://schemas.openxmlformats.org/officeDocument/2006/relationships/image" /><Relationship Id="rId10" Type="http://schemas.openxmlformats.org/officeDocument/2006/relationships/slideLayout" Target="../slideLayouts/slideLayout8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5695950"/>
            <a:ext cx="9144000" cy="1162050"/>
          </a:xfrm>
          <a:prstGeom prst="rect">
            <a:avLst/>
          </a:prstGeom>
          <a:solidFill>
            <a:srgbClr val="123A59"/>
          </a:solidFill>
          <a:ln algn="ctr" cap="flat" cmpd="sng" w="0">
            <a:noFill/>
            <a:prstDash val="solid"/>
            <a:round/>
            <a:headEnd len="med" type="none" w="med"/>
            <a:tailEnd len="med" type="none" w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dirty="0" lang="en-US">
              <a:solidFill>
                <a:srgbClr val="6A6A6A"/>
              </a:solidFill>
            </a:endParaRPr>
          </a:p>
        </p:txBody>
      </p:sp>
      <p:pic>
        <p:nvPicPr>
          <p:cNvPr descr="cwru formal logo white-rev tag.wmf" id="12" name="Picture 6"/>
          <p:cNvPicPr>
            <a:picLocks noChangeAspect="1"/>
          </p:cNvPicPr>
          <p:nvPr userDrawn="1"/>
        </p:nvPicPr>
        <p:blipFill>
          <a:blip r:embed="rId9"/>
          <a:srcRect/>
          <a:stretch>
            <a:fillRect/>
          </a:stretch>
        </p:blipFill>
        <p:spPr bwMode="auto">
          <a:xfrm>
            <a:off x="546100" y="6018213"/>
            <a:ext cx="2565400" cy="608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Slide Number Placeholder 1"/>
          <p:cNvSpPr>
            <a:spLocks noGrp="1"/>
          </p:cNvSpPr>
          <p:nvPr>
            <p:ph idx="4" sz="quarter" type="sldNum"/>
          </p:nvPr>
        </p:nvSpPr>
        <p:spPr>
          <a:xfrm>
            <a:off x="6944968" y="6297647"/>
            <a:ext cx="20574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400">
                <a:solidFill>
                  <a:schemeClr val="bg1"/>
                </a:solidFill>
              </a:defRPr>
            </a:lvl1pPr>
          </a:lstStyle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10"/>
  </p:sldLayoutIdLst>
  <p:hf dt="0" ftr="0" hdr="0"/>
  <p:txStyles>
    <p:titleStyle>
      <a:lvl1pPr algn="l" defTabSz="457200" eaLnBrk="0" fontAlgn="base" hangingPunct="0" rtl="0">
        <a:spcBef>
          <a:spcPct val="0"/>
        </a:spcBef>
        <a:spcAft>
          <a:spcPct val="0"/>
        </a:spcAft>
        <a:defRPr kern="1200" sz="3400">
          <a:solidFill>
            <a:srgbClr val="6A6A6A"/>
          </a:solidFill>
          <a:latin typeface="TitilliumMaps26L 999 wt"/>
          <a:ea typeface="헤드라인A"/>
          <a:cs typeface="TitilliumMaps26L 999 wt"/>
        </a:defRPr>
      </a:lvl1pPr>
      <a:lvl2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2pPr>
      <a:lvl3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3pPr>
      <a:lvl4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4pPr>
      <a:lvl5pPr algn="ctr" defTabSz="457200" eaLnBrk="0" fontAlgn="base" hangingPunct="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5pPr>
      <a:lvl6pPr algn="ctr" defTabSz="457200" fontAlgn="base" marL="4572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6pPr>
      <a:lvl7pPr algn="ctr" defTabSz="457200" fontAlgn="base" marL="9144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7pPr>
      <a:lvl8pPr algn="ctr" defTabSz="457200" fontAlgn="base" marL="13716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8pPr>
      <a:lvl9pPr algn="ctr" defTabSz="457200" fontAlgn="base" marL="1828800" rtl="0">
        <a:spcBef>
          <a:spcPct val="0"/>
        </a:spcBef>
        <a:spcAft>
          <a:spcPct val="0"/>
        </a:spcAft>
        <a:defRPr sz="4400">
          <a:solidFill>
            <a:schemeClr val="tx1"/>
          </a:solidFill>
          <a:latin charset="0" typeface="Calibri"/>
          <a:ea charset="-128" typeface="ＭＳ Ｐゴシック"/>
          <a:cs charset="-128" typeface="ＭＳ Ｐゴシック"/>
        </a:defRPr>
      </a:lvl9pPr>
    </p:titleStyle>
    <p:bodyStyle>
      <a:lvl1pPr algn="l" defTabSz="457200" eaLnBrk="0" fontAlgn="base" hangingPunct="0" indent="-342900" marL="342900" rtl="0">
        <a:spcBef>
          <a:spcPct val="20000"/>
        </a:spcBef>
        <a:spcAft>
          <a:spcPct val="0"/>
        </a:spcAft>
        <a:buFontTx/>
        <a:buNone/>
        <a:defRPr kern="1200" sz="1800">
          <a:solidFill>
            <a:srgbClr val="6A6A6A"/>
          </a:solidFill>
          <a:latin typeface="TitilliumMaps26L 500 wt"/>
          <a:ea charset="-128" typeface="ＭＳ Ｐゴシック"/>
          <a:cs charset="-128" typeface="ＭＳ Ｐゴシック"/>
        </a:defRPr>
      </a:lvl1pPr>
      <a:lvl2pPr algn="l" defTabSz="457200" eaLnBrk="0" fontAlgn="base" hangingPunct="0" indent="-285750" marL="742950" rtl="0">
        <a:spcBef>
          <a:spcPct val="20000"/>
        </a:spcBef>
        <a:spcAft>
          <a:spcPct val="0"/>
        </a:spcAft>
        <a:buFontTx/>
        <a:buNone/>
        <a:defRPr kern="1200" sz="16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2pPr>
      <a:lvl3pPr algn="l" defTabSz="457200" eaLnBrk="0" fontAlgn="base" hangingPunct="0" indent="-228600" marL="1143000" rtl="0">
        <a:spcBef>
          <a:spcPct val="20000"/>
        </a:spcBef>
        <a:spcAft>
          <a:spcPct val="0"/>
        </a:spcAft>
        <a:buFontTx/>
        <a:buNone/>
        <a:defRPr kern="1200" sz="14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3pPr>
      <a:lvl4pPr algn="l" defTabSz="457200" eaLnBrk="0" fontAlgn="base" hangingPunct="0" indent="-228600" marL="16002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4pPr>
      <a:lvl5pPr algn="l" defTabSz="457200" eaLnBrk="0" fontAlgn="base" hangingPunct="0" indent="-228600" marL="2057400" rtl="0">
        <a:spcBef>
          <a:spcPct val="20000"/>
        </a:spcBef>
        <a:spcAft>
          <a:spcPct val="0"/>
        </a:spcAft>
        <a:buFontTx/>
        <a:buNone/>
        <a:defRPr kern="1200" sz="1200">
          <a:solidFill>
            <a:srgbClr val="6A6A6A"/>
          </a:solidFill>
          <a:latin typeface="TitilliumMaps26L 500 wt"/>
          <a:ea charset="-128" typeface="ＭＳ Ｐゴシック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6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handout/EXAM01-Announcement.pdf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../handout/EXAM01-Review.pdf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/>
      <p:sp/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660820"/>
            <a:ext cx="7772400" cy="4108156"/>
          </a:xfrm>
          <a:prstGeom prst="rect">
            <a:avLst/>
          </a:prstGeom>
        </p:spPr>
        <p:txBody>
          <a:bodyPr/>
          <a:lstStyle/>
          <a:p>
            <a:pPr lvl="0" indent="0" marL="0">
              <a:buNone/>
            </a:pPr>
            <a:r>
              <a:rPr/>
              <a:t>Resources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Announcement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Download the </a:t>
            </a:r>
            <a:r>
              <a:rPr>
                <a:hlinkClick r:id="rId2"/>
              </a:rPr>
              <a:t>Exam 1 Announcement</a:t>
            </a:r>
            <a:r>
              <a:rPr/>
              <a:t> and carefully review the announcement.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33680" y="423297"/>
            <a:ext cx="8229600" cy="784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lvl="0" indent="0" marL="0">
              <a:buNone/>
            </a:pPr>
            <a:r>
              <a:rPr/>
              <a:t>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Download the </a:t>
            </a:r>
            <a:r>
              <a:rPr>
                <a:hlinkClick r:id="rId2"/>
              </a:rPr>
              <a:t>Exam 1 Review</a:t>
            </a:r>
            <a:r>
              <a:rPr/>
              <a:t> before class and bring it with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idx="10" sz="quarter" type="sldNum"/>
          </p:nvPr>
        </p:nvSpPr>
        <p:spPr/>
        <p:txBody>
          <a:bodyPr/>
          <a:lstStyle/>
          <a:p>
            <a:fld id="{9C13042B-154E-4D18-B726-07B2F714EFCF}" type="slidenum">
              <a:rPr lang="en-US" smtClean="0"/>
              <a:pPr/>
              <a:t>‹#›</a:t>
            </a:fld>
            <a:endParaRPr dirty="0" lang="en-US"/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CWRU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Case Option 1.pot</Template>
  <TotalTime>9492</TotalTime>
  <Words>84</Words>
  <Application>Microsoft Macintosh PowerPoint</Application>
  <PresentationFormat>On-screen Show (4:3)</PresentationFormat>
  <Paragraphs>11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TitilliumMaps26L 500 wt</vt:lpstr>
      <vt:lpstr>TitilliumMaps26L 999 wt</vt:lpstr>
      <vt:lpstr>CWRU Master</vt:lpstr>
      <vt:lpstr>Random Variable</vt:lpstr>
    </vt:vector>
  </TitlesOfParts>
  <Company>L.A. graphics,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Midterm Exam 01</dc:title>
  <dc:creator/>
  <cp:keywords/>
  <dcterms:created xsi:type="dcterms:W3CDTF">2026-10-28T11:28:45Z</dcterms:created>
  <dcterms:modified xsi:type="dcterms:W3CDTF">2026-10-28T11:28:45Z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editor">
    <vt:lpwstr>source</vt:lpwstr>
  </property>
  <property fmtid="{D5CDD505-2E9C-101B-9397-08002B2CF9AE}" pid="4" name="header-includes">
    <vt:lpwstr/>
  </property>
  <property fmtid="{D5CDD505-2E9C-101B-9397-08002B2CF9AE}" pid="5" name="include-after">
    <vt:lpwstr/>
  </property>
  <property fmtid="{D5CDD505-2E9C-101B-9397-08002B2CF9AE}" pid="6" name="include-before">
    <vt:lpwstr/>
  </property>
  <property fmtid="{D5CDD505-2E9C-101B-9397-08002B2CF9AE}" pid="7" name="labels">
    <vt:lpwstr/>
  </property>
  <property fmtid="{D5CDD505-2E9C-101B-9397-08002B2CF9AE}" pid="8" name="subtitle">
    <vt:lpwstr>Instructor: Dr. Md Mutasim Billah</vt:lpwstr>
  </property>
  <property fmtid="{D5CDD505-2E9C-101B-9397-08002B2CF9AE}" pid="9" name="toc-title">
    <vt:lpwstr>Table of contents</vt:lpwstr>
  </property>
</Properties>
</file>