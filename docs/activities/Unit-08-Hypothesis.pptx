
<file path=[Content_Types].xml><?xml version="1.0" encoding="utf-8"?>
<Types xmlns="http://schemas.openxmlformats.org/package/2006/content-types">
  <Default Extension="xml" ContentType="application/xml"/>
  <Default Extension="rels" ContentType="application/vnd.openxmlformats-package.relationships+xml"/>
  <Default Extension="wmf" ContentType="image/x-wmf"/>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Lst>
  <p:sldSz cx="9144000" cy="6858000" type="screen4x3"/>
  <p:notesSz cx="6858000" cy="9144000"/>
  <p:defaultTextStyle>
    <a:defPPr>
      <a:defRPr lang="en-US"/>
    </a:defPPr>
    <a:lvl1pPr algn="l" defTabSz="457200" fontAlgn="base" rtl="0">
      <a:spcBef>
        <a:spcPct val="0"/>
      </a:spcBef>
      <a:spcAft>
        <a:spcPct val="0"/>
      </a:spcAft>
      <a:defRPr kern="1200">
        <a:solidFill>
          <a:schemeClr val="tx1"/>
        </a:solidFill>
        <a:latin charset="0" typeface="Arial"/>
        <a:ea charset="-128" typeface="ＭＳ Ｐゴシック"/>
        <a:cs charset="-128" typeface="ＭＳ Ｐゴシック"/>
      </a:defRPr>
    </a:lvl1pPr>
    <a:lvl2pPr algn="l" defTabSz="457200" fontAlgn="base" marL="457200" rtl="0">
      <a:spcBef>
        <a:spcPct val="0"/>
      </a:spcBef>
      <a:spcAft>
        <a:spcPct val="0"/>
      </a:spcAft>
      <a:defRPr kern="1200">
        <a:solidFill>
          <a:schemeClr val="tx1"/>
        </a:solidFill>
        <a:latin charset="0" typeface="Arial"/>
        <a:ea charset="-128" typeface="ＭＳ Ｐゴシック"/>
        <a:cs charset="-128" typeface="ＭＳ Ｐゴシック"/>
      </a:defRPr>
    </a:lvl2pPr>
    <a:lvl3pPr algn="l" defTabSz="457200" fontAlgn="base" marL="914400" rtl="0">
      <a:spcBef>
        <a:spcPct val="0"/>
      </a:spcBef>
      <a:spcAft>
        <a:spcPct val="0"/>
      </a:spcAft>
      <a:defRPr kern="1200">
        <a:solidFill>
          <a:schemeClr val="tx1"/>
        </a:solidFill>
        <a:latin charset="0" typeface="Arial"/>
        <a:ea charset="-128" typeface="ＭＳ Ｐゴシック"/>
        <a:cs charset="-128" typeface="ＭＳ Ｐゴシック"/>
      </a:defRPr>
    </a:lvl3pPr>
    <a:lvl4pPr algn="l" defTabSz="457200" fontAlgn="base" marL="1371600" rtl="0">
      <a:spcBef>
        <a:spcPct val="0"/>
      </a:spcBef>
      <a:spcAft>
        <a:spcPct val="0"/>
      </a:spcAft>
      <a:defRPr kern="1200">
        <a:solidFill>
          <a:schemeClr val="tx1"/>
        </a:solidFill>
        <a:latin charset="0" typeface="Arial"/>
        <a:ea charset="-128" typeface="ＭＳ Ｐゴシック"/>
        <a:cs charset="-128" typeface="ＭＳ Ｐゴシック"/>
      </a:defRPr>
    </a:lvl4pPr>
    <a:lvl5pPr algn="l" defTabSz="457200" fontAlgn="base" marL="1828800" rtl="0">
      <a:spcBef>
        <a:spcPct val="0"/>
      </a:spcBef>
      <a:spcAft>
        <a:spcPct val="0"/>
      </a:spcAft>
      <a:defRPr kern="1200">
        <a:solidFill>
          <a:schemeClr val="tx1"/>
        </a:solidFill>
        <a:latin charset="0" typeface="Arial"/>
        <a:ea charset="-128" typeface="ＭＳ Ｐゴシック"/>
        <a:cs charset="-128" typeface="ＭＳ Ｐゴシック"/>
      </a:defRPr>
    </a:lvl5pPr>
    <a:lvl6pPr algn="l" defTabSz="457200" eaLnBrk="1" hangingPunct="1" latinLnBrk="0" marL="2286000" rtl="0">
      <a:defRPr kern="1200">
        <a:solidFill>
          <a:schemeClr val="tx1"/>
        </a:solidFill>
        <a:latin charset="0" typeface="Arial"/>
        <a:ea charset="-128" typeface="ＭＳ Ｐゴシック"/>
        <a:cs charset="-128" typeface="ＭＳ Ｐゴシック"/>
      </a:defRPr>
    </a:lvl6pPr>
    <a:lvl7pPr algn="l" defTabSz="457200" eaLnBrk="1" hangingPunct="1" latinLnBrk="0" marL="2743200" rtl="0">
      <a:defRPr kern="1200">
        <a:solidFill>
          <a:schemeClr val="tx1"/>
        </a:solidFill>
        <a:latin charset="0" typeface="Arial"/>
        <a:ea charset="-128" typeface="ＭＳ Ｐゴシック"/>
        <a:cs charset="-128" typeface="ＭＳ Ｐゴシック"/>
      </a:defRPr>
    </a:lvl7pPr>
    <a:lvl8pPr algn="l" defTabSz="457200" eaLnBrk="1" hangingPunct="1" latinLnBrk="0" marL="3200400" rtl="0">
      <a:defRPr kern="1200">
        <a:solidFill>
          <a:schemeClr val="tx1"/>
        </a:solidFill>
        <a:latin charset="0" typeface="Arial"/>
        <a:ea charset="-128" typeface="ＭＳ Ｐゴシック"/>
        <a:cs charset="-128" typeface="ＭＳ Ｐゴシック"/>
      </a:defRPr>
    </a:lvl8pPr>
    <a:lvl9pPr algn="l" defTabSz="457200" eaLnBrk="1" hangingPunct="1" latinLnBrk="0" marL="3657600" rtl="0">
      <a:defRPr kern="1200">
        <a:solidFill>
          <a:schemeClr val="tx1"/>
        </a:solidFill>
        <a:latin charset="0" typeface="Arial"/>
        <a:ea charset="-128" typeface="ＭＳ Ｐゴシック"/>
        <a:cs charset="-128" typeface="ＭＳ Ｐゴシック"/>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23A59"/>
    <a:srgbClr val="6A6A6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4439"/>
    <p:restoredTop sz="94678"/>
  </p:normalViewPr>
  <p:slideViewPr>
    <p:cSldViewPr snapToGrid="0" snapToObjects="1">
      <p:cViewPr varScale="1">
        <p:scale>
          <a:sx d="100" n="150"/>
          <a:sy d="100" n="150"/>
        </p:scale>
        <p:origin x="3000" y="176"/>
      </p:cViewPr>
      <p:guideLst>
        <p:guide orient="horz" pos="2160"/>
        <p:guide pos="2880"/>
      </p:guideLst>
    </p:cSldViewPr>
  </p:slideViewPr>
  <p:notesTextViewPr>
    <p:cViewPr>
      <p:scale>
        <a:sx d="100" n="100"/>
        <a:sy d="100" n="100"/>
      </p:scale>
      <p:origin x="0" y="0"/>
    </p:cViewPr>
  </p:notesTextViewPr>
  <p:sorterViewPr>
    <p:cViewPr>
      <p:scale>
        <a:sx d="100" n="66"/>
        <a:sy d="100" n="66"/>
      </p:scale>
      <p:origin x="0" y="0"/>
    </p:cViewPr>
  </p:sorter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10" Type="http://schemas.openxmlformats.org/officeDocument/2006/relationships/tableStyles" Target="tableStyles.xml" /><Relationship Id="rId1" Type="http://schemas.openxmlformats.org/officeDocument/2006/relationships/slideMaster" Target="slideMasters/slideMaster1.xml" /><Relationship Id="rId9" Type="http://schemas.openxmlformats.org/officeDocument/2006/relationships/theme" Target="theme/theme1.xml" /><Relationship Id="rId8" Type="http://schemas.openxmlformats.org/officeDocument/2006/relationships/viewProps" Target="viewProps.xml" /><Relationship Id="rId7" Type="http://schemas.openxmlformats.org/officeDocument/2006/relationships/presProps" Target="presProp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fld id="{9C13042B-154E-4D18-B726-07B2F714EFCF}" type="slidenum">
              <a:rPr lang="en-US" smtClean="0"/>
              <a:pPr/>
              <a:t>‹#›</a:t>
            </a:fld>
            <a:endParaRPr lang="en-US" dirty="0"/>
          </a:p>
        </p:txBody>
      </p:sp>
      <p:sp>
        <p:nvSpPr>
          <p:cNvPr id="3" name="Title 2">
            <a:extLst>
              <a:ext uri="{FF2B5EF4-FFF2-40B4-BE49-F238E27FC236}">
                <a16:creationId xmlns:a16="http://schemas.microsoft.com/office/drawing/2014/main" id="{7C0B1DB7-FFDC-5E16-20CA-37B54B3A9121}"/>
              </a:ext>
            </a:extLst>
          </p:cNvPr>
          <p:cNvSpPr>
            <a:spLocks noGrp="1"/>
          </p:cNvSpPr>
          <p:nvPr>
            <p:ph type="title"/>
          </p:nvPr>
        </p:nvSpPr>
        <p:spPr>
          <a:xfrm>
            <a:off x="628650" y="365125"/>
            <a:ext cx="7886700" cy="1325563"/>
          </a:xfrm>
          <a:prstGeom prst="rect">
            <a:avLst/>
          </a:prstGeom>
        </p:spPr>
        <p:txBody>
          <a:bodyPr/>
          <a:lstStyle/>
          <a:p>
            <a:r>
              <a:rPr lang="en-US"/>
              <a:t>Click to edit Master 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Placeholder 1"/>
          <p:cNvSpPr>
            <a:spLocks noGrp="1"/>
          </p:cNvSpPr>
          <p:nvPr>
            <p:ph type="title"/>
          </p:nvPr>
        </p:nvSpPr>
        <p:spPr bwMode="auto">
          <a:xfrm>
            <a:off x="433680" y="423297"/>
            <a:ext cx="8229600" cy="784602"/>
          </a:xfrm>
          <a:prstGeom prst="rect">
            <a:avLst/>
          </a:prstGeom>
          <a:noFill/>
          <a:ln w="9525">
            <a:noFill/>
            <a:miter lim="800000"/>
            <a:headEnd/>
            <a:tailEnd/>
          </a:ln>
        </p:spPr>
        <p:txBody>
          <a:bodyPr vert="horz" wrap="square" lIns="91440" tIns="45720" rIns="91440" bIns="0" numCol="1" anchor="t" anchorCtr="0" compatLnSpc="1">
            <a:prstTxWarp prst="textNoShape">
              <a:avLst/>
            </a:prstTxWarp>
          </a:bodyPr>
          <a:lstStyle>
            <a:lvl1pPr>
              <a:defRPr sz="3200">
                <a:solidFill>
                  <a:srgbClr val="123A59"/>
                </a:solidFill>
                <a:latin typeface="+mn-lt"/>
              </a:defRPr>
            </a:lvl1pPr>
          </a:lstStyle>
          <a:p>
            <a:pPr lvl="0"/>
            <a:r>
              <a:rPr lang="en-US" dirty="0"/>
              <a:t>Click to edit Master title style</a:t>
            </a:r>
          </a:p>
        </p:txBody>
      </p:sp>
      <p:sp>
        <p:nvSpPr>
          <p:cNvPr id="3" name="Text Placeholder 2"/>
          <p:cNvSpPr>
            <a:spLocks noGrp="1"/>
          </p:cNvSpPr>
          <p:nvPr>
            <p:ph idx="1"/>
          </p:nvPr>
        </p:nvSpPr>
        <p:spPr bwMode="auto">
          <a:xfrm>
            <a:off x="533400" y="1778001"/>
            <a:ext cx="7774280" cy="36617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l">
              <a:buFont typeface="Arial" panose="020B0604020202020204" pitchFamily="34" charset="0"/>
              <a:buChar char="•"/>
              <a:defRPr sz="2000">
                <a:solidFill>
                  <a:schemeClr val="tx1"/>
                </a:solidFill>
                <a:latin typeface="+mn-lt"/>
                <a:cs typeface="TitilliumMaps26L 500 wt"/>
              </a:defRPr>
            </a:lvl1pPr>
            <a:lvl2pPr marL="800100" indent="-342900" algn="l">
              <a:buFont typeface="Calibri" panose="020F0502020204030204" pitchFamily="34" charset="0"/>
              <a:buChar char="—"/>
              <a:defRPr sz="1800">
                <a:solidFill>
                  <a:schemeClr val="tx1"/>
                </a:solidFill>
                <a:latin typeface="+mn-lt"/>
                <a:cs typeface="TitilliumMaps26L 500 wt"/>
              </a:defRPr>
            </a:lvl2pPr>
            <a:lvl3pPr algn="l">
              <a:defRPr sz="2000">
                <a:solidFill>
                  <a:srgbClr val="6A6A6A"/>
                </a:solidFill>
                <a:latin typeface="TitilliumMaps26L 500 wt"/>
                <a:cs typeface="TitilliumMaps26L 500 wt"/>
              </a:defRPr>
            </a:lvl3pPr>
          </a:lstStyle>
          <a:p>
            <a:pPr lvl="0"/>
            <a:r>
              <a:rPr lang="en-US" dirty="0"/>
              <a:t>Click to edit Master text styles</a:t>
            </a:r>
          </a:p>
          <a:p>
            <a:pPr lvl="1"/>
            <a:r>
              <a:rPr lang="en-US" dirty="0" err="1"/>
              <a:t>aaa</a:t>
            </a:r>
            <a:endParaRPr lang="en-US" dirty="0"/>
          </a:p>
          <a:p>
            <a:pPr lvl="0"/>
            <a:endParaRPr lang="en-US" dirty="0"/>
          </a:p>
        </p:txBody>
      </p:sp>
      <p:sp>
        <p:nvSpPr>
          <p:cNvPr id="4" name="Slide Number Placeholder 3"/>
          <p:cNvSpPr>
            <a:spLocks noGrp="1"/>
          </p:cNvSpPr>
          <p:nvPr>
            <p:ph type="sldNum" sz="quarter" idx="10"/>
          </p:nvPr>
        </p:nvSpPr>
        <p:spPr/>
        <p:txBody>
          <a:bodyPr/>
          <a:lstStyle/>
          <a:p>
            <a:fld id="{9C13042B-154E-4D18-B726-07B2F714EFCF}"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fld id="{9C13042B-154E-4D18-B726-07B2F714EFCF}"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rgbClr val="123A59"/>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1660820"/>
            <a:ext cx="7772400" cy="4108156"/>
          </a:xfrm>
          <a:prstGeom prst="rect">
            <a:avLst/>
          </a:prstGeom>
        </p:spPr>
        <p:txBody>
          <a:bodyPr anchor="t"/>
          <a:lstStyle>
            <a:lvl1pPr algn="ctr">
              <a:defRPr sz="4000" b="1" cap="all">
                <a:solidFill>
                  <a:schemeClr val="bg1"/>
                </a:solidFill>
              </a:defRPr>
            </a:lvl1pPr>
          </a:lstStyle>
          <a:p>
            <a:r>
              <a:rPr lang="en-US" dirty="0"/>
              <a:t>Click to edit Master title style</a:t>
            </a:r>
          </a:p>
        </p:txBody>
      </p:sp>
      <p:sp>
        <p:nvSpPr>
          <p:cNvPr id="3" name="Slide Number Placeholder 2"/>
          <p:cNvSpPr>
            <a:spLocks noGrp="1"/>
          </p:cNvSpPr>
          <p:nvPr>
            <p:ph type="sldNum" sz="quarter" idx="10"/>
          </p:nvPr>
        </p:nvSpPr>
        <p:spPr/>
        <p:txBody>
          <a:bodyPr/>
          <a:lstStyle/>
          <a:p>
            <a:fld id="{9C13042B-154E-4D18-B726-07B2F714EFCF}"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solidFill>
                  <a:srgbClr val="123A59"/>
                </a:solidFill>
              </a:defRPr>
            </a:lvl1pPr>
          </a:lstStyle>
          <a:p>
            <a:r>
              <a:rPr lang="en-US" dirty="0"/>
              <a:t>Click to edit Master title style</a:t>
            </a:r>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p:cNvSpPr>
            <a:spLocks noGrp="1"/>
          </p:cNvSpPr>
          <p:nvPr>
            <p:ph type="sldNum" sz="quarter" idx="10"/>
          </p:nvPr>
        </p:nvSpPr>
        <p:spPr/>
        <p:txBody>
          <a:bodyPr/>
          <a:lstStyle/>
          <a:p>
            <a:fld id="{9C13042B-154E-4D18-B726-07B2F714EFCF}"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Slide">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solidFill>
                  <a:srgbClr val="123A59"/>
                </a:solidFill>
              </a:defRPr>
            </a:lvl1pPr>
          </a:lstStyle>
          <a:p>
            <a:r>
              <a:rPr lang="en-US" dirty="0"/>
              <a:t>Click to edit Master title style</a:t>
            </a:r>
          </a:p>
        </p:txBody>
      </p:sp>
      <p:sp>
        <p:nvSpPr>
          <p:cNvPr id="3" name="Slide Number Placeholder 2"/>
          <p:cNvSpPr>
            <a:spLocks noGrp="1"/>
          </p:cNvSpPr>
          <p:nvPr>
            <p:ph type="sldNum" sz="quarter" idx="10"/>
          </p:nvPr>
        </p:nvSpPr>
        <p:spPr/>
        <p:txBody>
          <a:bodyPr/>
          <a:lstStyle/>
          <a:p>
            <a:fld id="{9C13042B-154E-4D18-B726-07B2F714EFCF}"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solidFill>
                  <a:srgbClr val="123A59"/>
                </a:solidFill>
              </a:defRPr>
            </a:lvl1pPr>
          </a:lstStyle>
          <a:p>
            <a:r>
              <a:rPr lang="en-US" dirty="0"/>
              <a:t>Click to edit Master title style</a:t>
            </a:r>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p:cNvSpPr>
            <a:spLocks noGrp="1"/>
          </p:cNvSpPr>
          <p:nvPr>
            <p:ph type="sldNum" sz="quarter" idx="10"/>
          </p:nvPr>
        </p:nvSpPr>
        <p:spPr/>
        <p:txBody>
          <a:bodyPr/>
          <a:lstStyle/>
          <a:p>
            <a:fld id="{9C13042B-154E-4D18-B726-07B2F714EFCF}" type="slidenum">
              <a:rPr lang="en-US" smtClean="0"/>
              <a:pPr/>
              <a:t>‹#›</a:t>
            </a:fld>
            <a:endParaRPr lang="en-US" dirty="0"/>
          </a:p>
        </p:txBody>
      </p:sp>
    </p:spTree>
    <p:extLst>
      <p:ext uri="{BB962C8B-B14F-4D97-AF65-F5344CB8AC3E}">
        <p14:creationId xmlns:p14="http://schemas.microsoft.com/office/powerpoint/2010/main" val="28481472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theme/theme1.xml" Type="http://schemas.openxmlformats.org/officeDocument/2006/relationships/theme" /><Relationship Id="rId3" Target="../slideLayouts/slideLayout3.xml" Type="http://schemas.openxmlformats.org/officeDocument/2006/relationships/slideLayout" /><Relationship Id="rId7" Target="../slideLayouts/slideLayout7.xml" Type="http://schemas.openxmlformats.org/officeDocument/2006/relationships/slideLayout"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5" Target="../slideLayouts/slideLayout5.xml" Type="http://schemas.openxmlformats.org/officeDocument/2006/relationships/slideLayout" /><Relationship Id="rId4" Target="../slideLayouts/slideLayout4.xml" Type="http://schemas.openxmlformats.org/officeDocument/2006/relationships/slideLayout" /><Relationship Id="rId9" Target="../media/image1.wmf" Type="http://schemas.openxmlformats.org/officeDocument/2006/relationships/image" /><Relationship Id="rId10" Type="http://schemas.openxmlformats.org/officeDocument/2006/relationships/slideLayout" Target="../slideLayouts/slideLayout8.xml"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11" name="Rectangle 10"/>
          <p:cNvSpPr/>
          <p:nvPr userDrawn="1"/>
        </p:nvSpPr>
        <p:spPr>
          <a:xfrm>
            <a:off x="0" y="5695950"/>
            <a:ext cx="9144000" cy="1162050"/>
          </a:xfrm>
          <a:prstGeom prst="rect">
            <a:avLst/>
          </a:prstGeom>
          <a:solidFill>
            <a:srgbClr val="123A59"/>
          </a:solidFill>
          <a:ln algn="ctr" cap="flat" cmpd="sng" w="0">
            <a:noFill/>
            <a:prstDash val="solid"/>
            <a:round/>
            <a:headEnd len="med" type="none" w="med"/>
            <a:tailEnd len="med" type="none" w="med"/>
          </a:ln>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dirty="0" lang="en-US">
              <a:solidFill>
                <a:srgbClr val="6A6A6A"/>
              </a:solidFill>
            </a:endParaRPr>
          </a:p>
        </p:txBody>
      </p:sp>
      <p:pic>
        <p:nvPicPr>
          <p:cNvPr descr="cwru formal logo white-rev tag.wmf" id="12" name="Picture 6"/>
          <p:cNvPicPr>
            <a:picLocks noChangeAspect="1"/>
          </p:cNvPicPr>
          <p:nvPr userDrawn="1"/>
        </p:nvPicPr>
        <p:blipFill>
          <a:blip r:embed="rId9"/>
          <a:srcRect/>
          <a:stretch>
            <a:fillRect/>
          </a:stretch>
        </p:blipFill>
        <p:spPr bwMode="auto">
          <a:xfrm>
            <a:off x="546100" y="6018213"/>
            <a:ext cx="2565400" cy="608012"/>
          </a:xfrm>
          <a:prstGeom prst="rect">
            <a:avLst/>
          </a:prstGeom>
          <a:noFill/>
          <a:ln w="9525">
            <a:noFill/>
            <a:miter lim="800000"/>
            <a:headEnd/>
            <a:tailEnd/>
          </a:ln>
        </p:spPr>
      </p:pic>
      <p:sp>
        <p:nvSpPr>
          <p:cNvPr id="2" name="Slide Number Placeholder 1"/>
          <p:cNvSpPr>
            <a:spLocks noGrp="1"/>
          </p:cNvSpPr>
          <p:nvPr>
            <p:ph idx="4" sz="quarter" type="sldNum"/>
          </p:nvPr>
        </p:nvSpPr>
        <p:spPr>
          <a:xfrm>
            <a:off x="6944968" y="6297647"/>
            <a:ext cx="2057400" cy="365125"/>
          </a:xfrm>
          <a:prstGeom prst="rect">
            <a:avLst/>
          </a:prstGeom>
        </p:spPr>
        <p:txBody>
          <a:bodyPr anchor="ctr" bIns="45720" lIns="91440" rIns="91440" rtlCol="0" tIns="45720" vert="horz"/>
          <a:lstStyle>
            <a:lvl1pPr algn="r">
              <a:defRPr sz="1400">
                <a:solidFill>
                  <a:schemeClr val="bg1"/>
                </a:solidFill>
              </a:defRPr>
            </a:lvl1pPr>
          </a:lstStyle>
          <a:p>
            <a:fld id="{9C13042B-154E-4D18-B726-07B2F714EFCF}" type="slidenum">
              <a:rPr lang="en-US" smtClean="0"/>
              <a:pPr/>
              <a:t>‹#›</a:t>
            </a:fld>
            <a:endParaRPr dirty="0" lang="en-US"/>
          </a:p>
        </p:txBody>
      </p:sp>
    </p:spTree>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10"/>
  </p:sldLayoutIdLst>
  <p:hf dt="0" ftr="0" hdr="0"/>
  <p:txStyles>
    <p:titleStyle>
      <a:lvl1pPr algn="l" defTabSz="457200" eaLnBrk="0" fontAlgn="base" hangingPunct="0" rtl="0">
        <a:spcBef>
          <a:spcPct val="0"/>
        </a:spcBef>
        <a:spcAft>
          <a:spcPct val="0"/>
        </a:spcAft>
        <a:defRPr kern="1200" sz="3400">
          <a:solidFill>
            <a:srgbClr val="6A6A6A"/>
          </a:solidFill>
          <a:latin typeface="TitilliumMaps26L 999 wt"/>
          <a:ea typeface="헤드라인A"/>
          <a:cs typeface="TitilliumMaps26L 999 wt"/>
        </a:defRPr>
      </a:lvl1pPr>
      <a:lvl2pPr algn="ctr" defTabSz="457200" eaLnBrk="0" fontAlgn="base" hangingPunct="0" rtl="0">
        <a:spcBef>
          <a:spcPct val="0"/>
        </a:spcBef>
        <a:spcAft>
          <a:spcPct val="0"/>
        </a:spcAft>
        <a:defRPr sz="4400">
          <a:solidFill>
            <a:schemeClr val="tx1"/>
          </a:solidFill>
          <a:latin charset="0" typeface="Calibri"/>
          <a:ea charset="-128" typeface="ＭＳ Ｐゴシック"/>
          <a:cs charset="-128" typeface="ＭＳ Ｐゴシック"/>
        </a:defRPr>
      </a:lvl2pPr>
      <a:lvl3pPr algn="ctr" defTabSz="457200" eaLnBrk="0" fontAlgn="base" hangingPunct="0" rtl="0">
        <a:spcBef>
          <a:spcPct val="0"/>
        </a:spcBef>
        <a:spcAft>
          <a:spcPct val="0"/>
        </a:spcAft>
        <a:defRPr sz="4400">
          <a:solidFill>
            <a:schemeClr val="tx1"/>
          </a:solidFill>
          <a:latin charset="0" typeface="Calibri"/>
          <a:ea charset="-128" typeface="ＭＳ Ｐゴシック"/>
          <a:cs charset="-128" typeface="ＭＳ Ｐゴシック"/>
        </a:defRPr>
      </a:lvl3pPr>
      <a:lvl4pPr algn="ctr" defTabSz="457200" eaLnBrk="0" fontAlgn="base" hangingPunct="0" rtl="0">
        <a:spcBef>
          <a:spcPct val="0"/>
        </a:spcBef>
        <a:spcAft>
          <a:spcPct val="0"/>
        </a:spcAft>
        <a:defRPr sz="4400">
          <a:solidFill>
            <a:schemeClr val="tx1"/>
          </a:solidFill>
          <a:latin charset="0" typeface="Calibri"/>
          <a:ea charset="-128" typeface="ＭＳ Ｐゴシック"/>
          <a:cs charset="-128" typeface="ＭＳ Ｐゴシック"/>
        </a:defRPr>
      </a:lvl4pPr>
      <a:lvl5pPr algn="ctr" defTabSz="457200" eaLnBrk="0" fontAlgn="base" hangingPunct="0" rtl="0">
        <a:spcBef>
          <a:spcPct val="0"/>
        </a:spcBef>
        <a:spcAft>
          <a:spcPct val="0"/>
        </a:spcAft>
        <a:defRPr sz="4400">
          <a:solidFill>
            <a:schemeClr val="tx1"/>
          </a:solidFill>
          <a:latin charset="0" typeface="Calibri"/>
          <a:ea charset="-128" typeface="ＭＳ Ｐゴシック"/>
          <a:cs charset="-128" typeface="ＭＳ Ｐゴシック"/>
        </a:defRPr>
      </a:lvl5pPr>
      <a:lvl6pPr algn="ctr" defTabSz="457200" fontAlgn="base" marL="457200" rtl="0">
        <a:spcBef>
          <a:spcPct val="0"/>
        </a:spcBef>
        <a:spcAft>
          <a:spcPct val="0"/>
        </a:spcAft>
        <a:defRPr sz="4400">
          <a:solidFill>
            <a:schemeClr val="tx1"/>
          </a:solidFill>
          <a:latin charset="0" typeface="Calibri"/>
          <a:ea charset="-128" typeface="ＭＳ Ｐゴシック"/>
          <a:cs charset="-128" typeface="ＭＳ Ｐゴシック"/>
        </a:defRPr>
      </a:lvl6pPr>
      <a:lvl7pPr algn="ctr" defTabSz="457200" fontAlgn="base" marL="914400" rtl="0">
        <a:spcBef>
          <a:spcPct val="0"/>
        </a:spcBef>
        <a:spcAft>
          <a:spcPct val="0"/>
        </a:spcAft>
        <a:defRPr sz="4400">
          <a:solidFill>
            <a:schemeClr val="tx1"/>
          </a:solidFill>
          <a:latin charset="0" typeface="Calibri"/>
          <a:ea charset="-128" typeface="ＭＳ Ｐゴシック"/>
          <a:cs charset="-128" typeface="ＭＳ Ｐゴシック"/>
        </a:defRPr>
      </a:lvl7pPr>
      <a:lvl8pPr algn="ctr" defTabSz="457200" fontAlgn="base" marL="1371600" rtl="0">
        <a:spcBef>
          <a:spcPct val="0"/>
        </a:spcBef>
        <a:spcAft>
          <a:spcPct val="0"/>
        </a:spcAft>
        <a:defRPr sz="4400">
          <a:solidFill>
            <a:schemeClr val="tx1"/>
          </a:solidFill>
          <a:latin charset="0" typeface="Calibri"/>
          <a:ea charset="-128" typeface="ＭＳ Ｐゴシック"/>
          <a:cs charset="-128" typeface="ＭＳ Ｐゴシック"/>
        </a:defRPr>
      </a:lvl8pPr>
      <a:lvl9pPr algn="ctr" defTabSz="457200" fontAlgn="base" marL="1828800" rtl="0">
        <a:spcBef>
          <a:spcPct val="0"/>
        </a:spcBef>
        <a:spcAft>
          <a:spcPct val="0"/>
        </a:spcAft>
        <a:defRPr sz="4400">
          <a:solidFill>
            <a:schemeClr val="tx1"/>
          </a:solidFill>
          <a:latin charset="0" typeface="Calibri"/>
          <a:ea charset="-128" typeface="ＭＳ Ｐゴシック"/>
          <a:cs charset="-128" typeface="ＭＳ Ｐゴシック"/>
        </a:defRPr>
      </a:lvl9pPr>
    </p:titleStyle>
    <p:bodyStyle>
      <a:lvl1pPr algn="l" defTabSz="457200" eaLnBrk="0" fontAlgn="base" hangingPunct="0" indent="-342900" marL="342900" rtl="0">
        <a:spcBef>
          <a:spcPct val="20000"/>
        </a:spcBef>
        <a:spcAft>
          <a:spcPct val="0"/>
        </a:spcAft>
        <a:buFontTx/>
        <a:buNone/>
        <a:defRPr kern="1200" sz="1800">
          <a:solidFill>
            <a:srgbClr val="6A6A6A"/>
          </a:solidFill>
          <a:latin typeface="TitilliumMaps26L 500 wt"/>
          <a:ea charset="-128" typeface="ＭＳ Ｐゴシック"/>
          <a:cs charset="-128" typeface="ＭＳ Ｐゴシック"/>
        </a:defRPr>
      </a:lvl1pPr>
      <a:lvl2pPr algn="l" defTabSz="457200" eaLnBrk="0" fontAlgn="base" hangingPunct="0" indent="-285750" marL="742950" rtl="0">
        <a:spcBef>
          <a:spcPct val="20000"/>
        </a:spcBef>
        <a:spcAft>
          <a:spcPct val="0"/>
        </a:spcAft>
        <a:buFontTx/>
        <a:buNone/>
        <a:defRPr kern="1200" sz="1600">
          <a:solidFill>
            <a:srgbClr val="6A6A6A"/>
          </a:solidFill>
          <a:latin typeface="TitilliumMaps26L 500 wt"/>
          <a:ea charset="-128" typeface="ＭＳ Ｐゴシック"/>
          <a:cs typeface="+mn-cs"/>
        </a:defRPr>
      </a:lvl2pPr>
      <a:lvl3pPr algn="l" defTabSz="457200" eaLnBrk="0" fontAlgn="base" hangingPunct="0" indent="-228600" marL="1143000" rtl="0">
        <a:spcBef>
          <a:spcPct val="20000"/>
        </a:spcBef>
        <a:spcAft>
          <a:spcPct val="0"/>
        </a:spcAft>
        <a:buFontTx/>
        <a:buNone/>
        <a:defRPr kern="1200" sz="1400">
          <a:solidFill>
            <a:srgbClr val="6A6A6A"/>
          </a:solidFill>
          <a:latin typeface="TitilliumMaps26L 500 wt"/>
          <a:ea charset="-128" typeface="ＭＳ Ｐゴシック"/>
          <a:cs typeface="+mn-cs"/>
        </a:defRPr>
      </a:lvl3pPr>
      <a:lvl4pPr algn="l" defTabSz="457200" eaLnBrk="0" fontAlgn="base" hangingPunct="0" indent="-228600" marL="1600200" rtl="0">
        <a:spcBef>
          <a:spcPct val="20000"/>
        </a:spcBef>
        <a:spcAft>
          <a:spcPct val="0"/>
        </a:spcAft>
        <a:buFontTx/>
        <a:buNone/>
        <a:defRPr kern="1200" sz="1200">
          <a:solidFill>
            <a:srgbClr val="6A6A6A"/>
          </a:solidFill>
          <a:latin typeface="TitilliumMaps26L 500 wt"/>
          <a:ea charset="-128" typeface="ＭＳ Ｐゴシック"/>
          <a:cs typeface="+mn-cs"/>
        </a:defRPr>
      </a:lvl4pPr>
      <a:lvl5pPr algn="l" defTabSz="457200" eaLnBrk="0" fontAlgn="base" hangingPunct="0" indent="-228600" marL="2057400" rtl="0">
        <a:spcBef>
          <a:spcPct val="20000"/>
        </a:spcBef>
        <a:spcAft>
          <a:spcPct val="0"/>
        </a:spcAft>
        <a:buFontTx/>
        <a:buNone/>
        <a:defRPr kern="1200" sz="1200">
          <a:solidFill>
            <a:srgbClr val="6A6A6A"/>
          </a:solidFill>
          <a:latin typeface="TitilliumMaps26L 500 wt"/>
          <a:ea charset="-128" typeface="ＭＳ Ｐゴシック"/>
          <a:cs typeface="+mn-cs"/>
        </a:defRPr>
      </a:lvl5pPr>
      <a:lvl6pPr algn="l" defTabSz="457200" eaLnBrk="1" hangingPunct="1" indent="-228600" latinLnBrk="0" marL="2514600" rtl="0">
        <a:spcBef>
          <a:spcPct val="20000"/>
        </a:spcBef>
        <a:buFont typeface="Arial"/>
        <a:buChar char="•"/>
        <a:defRPr kern="1200" sz="2000">
          <a:solidFill>
            <a:schemeClr val="tx1"/>
          </a:solidFill>
          <a:latin typeface="+mn-lt"/>
          <a:ea typeface="+mn-ea"/>
          <a:cs typeface="+mn-cs"/>
        </a:defRPr>
      </a:lvl6pPr>
      <a:lvl7pPr algn="l" defTabSz="457200" eaLnBrk="1" hangingPunct="1" indent="-228600" latinLnBrk="0" marL="2971800" rtl="0">
        <a:spcBef>
          <a:spcPct val="20000"/>
        </a:spcBef>
        <a:buFont typeface="Arial"/>
        <a:buChar char="•"/>
        <a:defRPr kern="1200" sz="2000">
          <a:solidFill>
            <a:schemeClr val="tx1"/>
          </a:solidFill>
          <a:latin typeface="+mn-lt"/>
          <a:ea typeface="+mn-ea"/>
          <a:cs typeface="+mn-cs"/>
        </a:defRPr>
      </a:lvl7pPr>
      <a:lvl8pPr algn="l" defTabSz="457200" eaLnBrk="1" hangingPunct="1" indent="-228600" latinLnBrk="0" marL="3429000" rtl="0">
        <a:spcBef>
          <a:spcPct val="20000"/>
        </a:spcBef>
        <a:buFont typeface="Arial"/>
        <a:buChar char="•"/>
        <a:defRPr kern="1200" sz="2000">
          <a:solidFill>
            <a:schemeClr val="tx1"/>
          </a:solidFill>
          <a:latin typeface="+mn-lt"/>
          <a:ea typeface="+mn-ea"/>
          <a:cs typeface="+mn-cs"/>
        </a:defRPr>
      </a:lvl8pPr>
      <a:lvl9pPr algn="l" defTabSz="457200" eaLnBrk="1" hangingPunct="1" indent="-228600" latinLnBrk="0" marL="3886200" rtl="0">
        <a:spcBef>
          <a:spcPct val="20000"/>
        </a:spcBef>
        <a:buFont typeface="Arial"/>
        <a:buChar char="•"/>
        <a:defRPr kern="1200" sz="2000">
          <a:solidFill>
            <a:schemeClr val="tx1"/>
          </a:solidFill>
          <a:latin typeface="+mn-lt"/>
          <a:ea typeface="+mn-ea"/>
          <a:cs typeface="+mn-cs"/>
        </a:defRPr>
      </a:lvl9pPr>
    </p:bodyStyle>
    <p:other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6.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andout/Unit-08-Hypothesis-Testing-Handout.pdf"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andout/Unit_08_Hypothesis_Testing.pdf" TargetMode="Externa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sp/>
      <p:sp>
        <p:nvSpPr>
          <p:cNvPr id="3" name="Slide Number Placeholder 2"/>
          <p:cNvSpPr>
            <a:spLocks noGrp="1"/>
          </p:cNvSpPr>
          <p:nvPr>
            <p:ph idx="10" sz="quarter" type="sldNum"/>
          </p:nvPr>
        </p:nvSpPr>
        <p:spPr/>
        <p:txBody>
          <a:bodyPr/>
          <a:lstStyle/>
          <a:p>
            <a:fld id="{9C13042B-154E-4D18-B726-07B2F714EFCF}" type="slidenum">
              <a:rPr lang="en-US" smtClean="0"/>
              <a:pPr/>
              <a:t>‹#›</a:t>
            </a:fld>
            <a:endParaRPr dirty="0" lang="en-US"/>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1660820"/>
            <a:ext cx="7772400" cy="4108156"/>
          </a:xfrm>
          <a:prstGeom prst="rect">
            <a:avLst/>
          </a:prstGeom>
        </p:spPr>
        <p:txBody>
          <a:bodyPr/>
          <a:lstStyle/>
          <a:p>
            <a:pPr lvl="0" indent="0" marL="0">
              <a:buNone/>
            </a:pPr>
            <a:r>
              <a:rPr/>
              <a:t>Resources</a:t>
            </a:r>
          </a:p>
        </p:txBody>
      </p:sp>
      <p:sp>
        <p:nvSpPr>
          <p:cNvPr id="3" name="Slide Number Placeholder 2"/>
          <p:cNvSpPr>
            <a:spLocks noGrp="1"/>
          </p:cNvSpPr>
          <p:nvPr>
            <p:ph idx="10" sz="quarter" type="sldNum"/>
          </p:nvPr>
        </p:nvSpPr>
        <p:spPr/>
        <p:txBody>
          <a:bodyPr/>
          <a:lstStyle/>
          <a:p>
            <a:fld id="{9C13042B-154E-4D18-B726-07B2F714EFCF}" type="slidenum">
              <a:rPr lang="en-US" smtClean="0"/>
              <a:pPr/>
              <a:t>‹#›</a:t>
            </a:fld>
            <a:endParaRPr dirty="0" lang="en-US"/>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laceholder 1"/>
          <p:cNvSpPr>
            <a:spLocks noGrp="1"/>
          </p:cNvSpPr>
          <p:nvPr>
            <p:ph type="title"/>
          </p:nvPr>
        </p:nvSpPr>
        <p:spPr bwMode="auto">
          <a:xfrm>
            <a:off x="433680" y="423297"/>
            <a:ext cx="8229600" cy="784602"/>
          </a:xfrm>
          <a:prstGeom prst="rect">
            <a:avLst/>
          </a:prstGeom>
          <a:noFill/>
          <a:ln w="9525">
            <a:noFill/>
            <a:miter lim="800000"/>
            <a:headEnd/>
            <a:tailEnd/>
          </a:ln>
        </p:spPr>
        <p:txBody>
          <a:bodyPr/>
          <a:lstStyle/>
          <a:p>
            <a:pPr lvl="0" indent="0" marL="0">
              <a:buNone/>
            </a:pPr>
            <a:r>
              <a:rPr/>
              <a:t>Handouts</a:t>
            </a:r>
          </a:p>
        </p:txBody>
      </p:sp>
      <p:sp>
        <p:nvSpPr>
          <p:cNvPr id="3" name="Text Placeholder 2"/>
          <p:cNvSpPr>
            <a:spLocks noGrp="1"/>
          </p:cNvSpPr>
          <p:nvPr>
            <p:ph idx="1"/>
          </p:nvPr>
        </p:nvSpPr>
        <p:spPr/>
        <p:txBody>
          <a:bodyPr/>
          <a:lstStyle/>
          <a:p>
            <a:pPr lvl="0"/>
            <a:r>
              <a:rPr/>
              <a:t>Download the </a:t>
            </a:r>
            <a:r>
              <a:rPr>
                <a:hlinkClick r:id="rId2"/>
              </a:rPr>
              <a:t>Unit 08 Handout: Hypothesis Testing</a:t>
            </a:r>
            <a:r>
              <a:rPr/>
              <a:t> before class and bring it with you.</a:t>
            </a:r>
          </a:p>
          <a:p>
            <a:pPr lvl="0"/>
            <a:r>
              <a:rPr/>
              <a:t>I will continue to post additional handouts as we progress through the course. Please watch for </a:t>
            </a:r>
            <a:r>
              <a:rPr b="1"/>
              <a:t>Canvas Announcements</a:t>
            </a:r>
            <a:r>
              <a:rPr/>
              <a:t> when a new handout becomes available.</a:t>
            </a:r>
          </a:p>
          <a:p>
            <a:pPr lvl="0"/>
            <a:r>
              <a:rPr/>
              <a:t>It is very important that you </a:t>
            </a:r>
            <a:r>
              <a:rPr b="1"/>
              <a:t>bring the appropriate handout to class regularly</a:t>
            </a:r>
            <a:r>
              <a:rPr/>
              <a:t>, either as a printed copy or on your writing device.</a:t>
            </a:r>
          </a:p>
        </p:txBody>
      </p:sp>
      <p:sp>
        <p:nvSpPr>
          <p:cNvPr id="4" name="Slide Number Placeholder 3"/>
          <p:cNvSpPr>
            <a:spLocks noGrp="1"/>
          </p:cNvSpPr>
          <p:nvPr>
            <p:ph idx="10" sz="quarter" type="sldNum"/>
          </p:nvPr>
        </p:nvSpPr>
        <p:spPr/>
        <p:txBody>
          <a:bodyPr/>
          <a:lstStyle/>
          <a:p>
            <a:fld id="{9C13042B-154E-4D18-B726-07B2F714EFCF}" type="slidenum">
              <a:rPr lang="en-US" smtClean="0"/>
              <a:pP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laceholder 1"/>
          <p:cNvSpPr>
            <a:spLocks noGrp="1"/>
          </p:cNvSpPr>
          <p:nvPr>
            <p:ph type="title"/>
          </p:nvPr>
        </p:nvSpPr>
        <p:spPr bwMode="auto">
          <a:xfrm>
            <a:off x="433680" y="423297"/>
            <a:ext cx="8229600" cy="784602"/>
          </a:xfrm>
          <a:prstGeom prst="rect">
            <a:avLst/>
          </a:prstGeom>
          <a:noFill/>
          <a:ln w="9525">
            <a:noFill/>
            <a:miter lim="800000"/>
            <a:headEnd/>
            <a:tailEnd/>
          </a:ln>
        </p:spPr>
        <p:txBody>
          <a:bodyPr/>
          <a:lstStyle/>
          <a:p>
            <a:pPr lvl="0" indent="0" marL="0">
              <a:buNone/>
            </a:pPr>
            <a:r>
              <a:rPr/>
              <a:t>Lecture Notes</a:t>
            </a:r>
          </a:p>
        </p:txBody>
      </p:sp>
      <p:sp>
        <p:nvSpPr>
          <p:cNvPr id="3" name="Text Placeholder 2"/>
          <p:cNvSpPr>
            <a:spLocks noGrp="1"/>
          </p:cNvSpPr>
          <p:nvPr>
            <p:ph idx="1"/>
          </p:nvPr>
        </p:nvSpPr>
        <p:spPr/>
        <p:txBody>
          <a:bodyPr/>
          <a:lstStyle/>
          <a:p>
            <a:pPr lvl="0"/>
            <a:r>
              <a:rPr/>
              <a:t>Download the </a:t>
            </a:r>
            <a:r>
              <a:rPr>
                <a:hlinkClick r:id="rId2"/>
              </a:rPr>
              <a:t>Lecture Notes Unit 08: Hypothesis Testing</a:t>
            </a:r>
            <a:r>
              <a:rPr/>
              <a:t> – review the covered topics thoroughly after class. These lecture notes provide a more detailed and elaborated version of the material covered during class.</a:t>
            </a:r>
          </a:p>
          <a:p>
            <a:pPr lvl="0"/>
            <a:r>
              <a:rPr/>
              <a:t>For units where Lecture Notes are provided, they should serve as one of your core course resources. Together with your Class Notes, handouts, practice problems, and activity materials available on the course website, they provide a comprehensive foundation for preparing for quizzes, homework assignments, and exams.</a:t>
            </a:r>
          </a:p>
          <a:p>
            <a:pPr lvl="0"/>
            <a:r>
              <a:rPr/>
              <a:t>You do not need to print the lecture notes or bring a printed copy to class. Save the printing money and buy yourself a treat instead! :)</a:t>
            </a:r>
          </a:p>
          <a:p>
            <a:pPr lvl="0" indent="0" marL="0">
              <a:buNone/>
            </a:pPr>
            <a:r>
              <a:rPr/>
              <a:t>-When lecture notes are available, please follow this order when studying:</a:t>
            </a:r>
          </a:p>
          <a:p>
            <a:pPr lvl="0"/>
            <a:r>
              <a:rPr/>
              <a:t>Class Notes/Handouts: Your primary resource. These reflect exactly what we discuss, emphasize, and use in class.</a:t>
            </a:r>
          </a:p>
          <a:p>
            <a:pPr lvl="0"/>
            <a:r>
              <a:rPr/>
              <a:t>Lecture Notes/Activities in course website: Your main supplementary (required) resource. Use these for additional explanations, details, examples, and review after class.</a:t>
            </a:r>
          </a:p>
          <a:p>
            <a:pPr lvl="0"/>
            <a:r>
              <a:rPr/>
              <a:t>Textbook: Use it when you would like to deepen your understanding or go through some additional (optional) resource.</a:t>
            </a:r>
          </a:p>
          <a:p>
            <a:pPr lvl="0" indent="0" marL="0">
              <a:buNone/>
            </a:pPr>
            <a:r>
              <a:rPr/>
              <a:t>Always prioritize the Class Notes (+Handouts) if you notice any difference in notation, terminology, approach, or emphasis between the Class Notes and the Lecture Notes. Occasionally, I may present a concept or use notation slightly differently in class. I will also do my best to point out any important discrepancies as we move through the semester.</a:t>
            </a:r>
          </a:p>
        </p:txBody>
      </p:sp>
      <p:sp>
        <p:nvSpPr>
          <p:cNvPr id="4" name="Slide Number Placeholder 3"/>
          <p:cNvSpPr>
            <a:spLocks noGrp="1"/>
          </p:cNvSpPr>
          <p:nvPr>
            <p:ph idx="10" sz="quarter" type="sldNum"/>
          </p:nvPr>
        </p:nvSpPr>
        <p:spPr/>
        <p:txBody>
          <a:bodyPr/>
          <a:lstStyle/>
          <a:p>
            <a:fld id="{9C13042B-154E-4D18-B726-07B2F714EFCF}" type="slidenum">
              <a:rPr lang="en-US" smtClean="0"/>
              <a:pP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laceholder 1"/>
          <p:cNvSpPr>
            <a:spLocks noGrp="1"/>
          </p:cNvSpPr>
          <p:nvPr>
            <p:ph type="title"/>
          </p:nvPr>
        </p:nvSpPr>
        <p:spPr bwMode="auto">
          <a:xfrm>
            <a:off x="433680" y="423297"/>
            <a:ext cx="8229600" cy="784602"/>
          </a:xfrm>
          <a:prstGeom prst="rect">
            <a:avLst/>
          </a:prstGeom>
          <a:noFill/>
          <a:ln w="9525">
            <a:noFill/>
            <a:miter lim="800000"/>
            <a:headEnd/>
            <a:tailEnd/>
          </a:ln>
        </p:spPr>
        <p:txBody>
          <a:bodyPr/>
          <a:lstStyle/>
          <a:p>
            <a:pPr lvl="0" indent="0" marL="0">
              <a:buNone/>
            </a:pPr>
            <a:r>
              <a:rPr/>
              <a:t>Practice Problems</a:t>
            </a:r>
          </a:p>
        </p:txBody>
      </p:sp>
      <p:sp>
        <p:nvSpPr>
          <p:cNvPr id="3" name="Text Placeholder 2"/>
          <p:cNvSpPr>
            <a:spLocks noGrp="1"/>
          </p:cNvSpPr>
          <p:nvPr>
            <p:ph idx="1"/>
          </p:nvPr>
        </p:nvSpPr>
        <p:spPr/>
        <p:txBody>
          <a:bodyPr/>
          <a:lstStyle/>
          <a:p>
            <a:pPr lvl="0"/>
            <a:r>
              <a:rPr b="1"/>
              <a:t>Practice Problems (PP)</a:t>
            </a:r>
            <a:r>
              <a:rPr/>
              <a:t> are essential for strengthening your understanding, building confidence, and exploring the concepts covered in class.</a:t>
            </a:r>
          </a:p>
          <a:p>
            <a:pPr lvl="0"/>
            <a:r>
              <a:rPr/>
              <a:t>The </a:t>
            </a:r>
            <a:r>
              <a:rPr b="1"/>
              <a:t>Unit 08 Practice Problems</a:t>
            </a:r>
            <a:r>
              <a:rPr/>
              <a:t> are available in Practice Problems tab of the course website.</a:t>
            </a:r>
          </a:p>
          <a:p>
            <a:pPr lvl="0"/>
            <a:r>
              <a:rPr/>
              <a:t>Complete the relevant Practice Problems as we progress through the unit.</a:t>
            </a:r>
          </a:p>
          <a:p>
            <a:pPr lvl="0"/>
            <a:r>
              <a:rPr/>
              <a:t>Make sure you have completed and reviewed the Practice Problems </a:t>
            </a:r>
            <a:r>
              <a:rPr b="1"/>
              <a:t>before attempting the corresponding HW assignment</a:t>
            </a:r>
            <a:r>
              <a:rPr/>
              <a:t>.</a:t>
            </a:r>
          </a:p>
        </p:txBody>
      </p:sp>
      <p:sp>
        <p:nvSpPr>
          <p:cNvPr id="4" name="Slide Number Placeholder 3"/>
          <p:cNvSpPr>
            <a:spLocks noGrp="1"/>
          </p:cNvSpPr>
          <p:nvPr>
            <p:ph idx="10" sz="quarter" type="sldNum"/>
          </p:nvPr>
        </p:nvSpPr>
        <p:spPr/>
        <p:txBody>
          <a:bodyPr/>
          <a:lstStyle/>
          <a:p>
            <a:fld id="{9C13042B-154E-4D18-B726-07B2F714EFCF}" type="slidenum">
              <a:rPr lang="en-US" smtClean="0"/>
              <a:pP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theme/theme1.xml><?xml version="1.0" encoding="utf-8"?>
<a:theme xmlns:a="http://schemas.openxmlformats.org/drawingml/2006/main" name="CWRU Mas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Case Option 1.pot</Template>
  <TotalTime>9492</TotalTime>
  <Words>84</Words>
  <Application>Microsoft Macintosh PowerPoint</Application>
  <PresentationFormat>On-screen Show (4:3)</PresentationFormat>
  <Paragraphs>11</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TitilliumMaps26L 500 wt</vt:lpstr>
      <vt:lpstr>TitilliumMaps26L 999 wt</vt:lpstr>
      <vt:lpstr>CWRU Master</vt:lpstr>
      <vt:lpstr>Random Variable</vt:lpstr>
    </vt:vector>
  </TitlesOfParts>
  <Company>L.A. graphics,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08: Hypothesis Testing</dc:title>
  <dc:creator/>
  <cp:keywords/>
  <dcterms:created xsi:type="dcterms:W3CDTF">2026-10-29T13:41:18Z</dcterms:created>
  <dcterms:modified xsi:type="dcterms:W3CDTF">2026-10-29T13:41:18Z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iblio-config">
    <vt:lpwstr>True</vt:lpwstr>
  </property>
  <property fmtid="{D5CDD505-2E9C-101B-9397-08002B2CF9AE}" pid="3" name="editor">
    <vt:lpwstr>source</vt:lpwstr>
  </property>
  <property fmtid="{D5CDD505-2E9C-101B-9397-08002B2CF9AE}" pid="4" name="header-includes">
    <vt:lpwstr/>
  </property>
  <property fmtid="{D5CDD505-2E9C-101B-9397-08002B2CF9AE}" pid="5" name="include-after">
    <vt:lpwstr/>
  </property>
  <property fmtid="{D5CDD505-2E9C-101B-9397-08002B2CF9AE}" pid="6" name="include-before">
    <vt:lpwstr/>
  </property>
  <property fmtid="{D5CDD505-2E9C-101B-9397-08002B2CF9AE}" pid="7" name="labels">
    <vt:lpwstr/>
  </property>
  <property fmtid="{D5CDD505-2E9C-101B-9397-08002B2CF9AE}" pid="8" name="subtitle">
    <vt:lpwstr>Instructor: Dr. Md Mutasim Billah</vt:lpwstr>
  </property>
  <property fmtid="{D5CDD505-2E9C-101B-9397-08002B2CF9AE}" pid="9" name="toc-title">
    <vt:lpwstr>Table of contents</vt:lpwstr>
  </property>
</Properties>
</file>