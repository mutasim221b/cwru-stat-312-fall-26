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8-Hypothesis-Testing-Handout.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_08_Hypothesis_Testing.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08 Handout: Hypothesis Testing</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08: Hypothesis Testing</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08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08: Hypothesis Testing</dc:title>
  <dc:creator/>
  <cp:keywords/>
  <dcterms:created xsi:type="dcterms:W3CDTF">2026-10-28T11:37:11Z</dcterms:created>
  <dcterms:modified xsi:type="dcterms:W3CDTF">2026-10-28T11:37:11Z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