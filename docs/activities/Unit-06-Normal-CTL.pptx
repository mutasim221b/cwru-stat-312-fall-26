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6-Normal-CTL.pdf" TargetMode="External" /><Relationship Id="rId3" Type="http://schemas.openxmlformats.org/officeDocument/2006/relationships/hyperlink" Target="../handout/Tables-1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06 Handout: Normal Distribution &amp; CTL</a:t>
            </a:r>
            <a:r>
              <a:rPr/>
              <a:t> before class and bring it with you.</a:t>
            </a:r>
          </a:p>
          <a:p>
            <a:pPr lvl="0"/>
            <a:r>
              <a:rPr/>
              <a:t>In the class I have provided a copy of </a:t>
            </a:r>
            <a:r>
              <a:rPr>
                <a:hlinkClick r:id="rId3"/>
              </a:rPr>
              <a:t>Tables 1</a:t>
            </a:r>
            <a:r>
              <a:rPr/>
              <a:t>. If you have missed the class, meet me after the class or in mu OH to get a copy of the tables.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06 Practice Problems</a:t>
            </a:r>
            <a:r>
              <a:rPr/>
              <a:t> will be posted soon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06: Normal Distribution &amp; Central Limit Theorem</dc:title>
  <dc:creator/>
  <cp:keywords/>
  <dcterms:created xsi:type="dcterms:W3CDTF">2026-10-06T17:06:20Z</dcterms:created>
  <dcterms:modified xsi:type="dcterms:W3CDTF">2026-10-06T17:06:20Z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