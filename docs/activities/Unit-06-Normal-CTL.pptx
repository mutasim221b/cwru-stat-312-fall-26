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For these units, you are not expected to use the textbook as your primary study resource, but feel free to go through the related topics in the textbooks (mentioned in the class) if you want to!</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 Your main supplementary (required) resource. Use these for additional explanations, details, examples, and review after class.</a:t>
            </a:r>
          </a:p>
          <a:p>
            <a:pPr lvl="0"/>
            <a:r>
              <a:rPr/>
              <a:t>Textbook: Use it when you would like to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2026-10-12T11:18:07Z</dcterms:created>
  <dcterms:modified xsi:type="dcterms:W3CDTF">2026-10-12T11:18:07Z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