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7" Type="http://schemas.openxmlformats.org/officeDocument/2006/relationships/viewProps" Target="viewProps.xml" /><Relationship Id="rId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9" Type="http://schemas.openxmlformats.org/officeDocument/2006/relationships/tableStyles" Target="tableStyles.xml" /><Relationship Id="rId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mac-stat.github.io/Stat155Notes/what-is-data.html" TargetMode="External" /><Relationship Id="rId3" Type="http://schemas.openxmlformats.org/officeDocument/2006/relationships/hyperlink" Target="https://mac-stat.github.io/Stat155Notes/data-context.html" TargetMode="Externa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Collecting and Summarizing Data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Md Mutasim Billah,</a:t>
            </a:r>
            <a:br/>
            <a:br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 Principles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Links to related reading(s):</a:t>
            </a:r>
          </a:p>
          <a:p>
            <a:pPr lvl="0"/>
            <a:r>
              <a:rPr>
                <a:hlinkClick r:id="rId2"/>
              </a:rPr>
              <a:t>What is Data?</a:t>
            </a:r>
          </a:p>
          <a:p>
            <a:pPr lvl="0"/>
            <a:r>
              <a:rPr>
                <a:hlinkClick r:id="rId3"/>
              </a:rPr>
              <a:t>Data Context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See class notes</a:t>
            </a:r>
          </a:p>
          <a:p>
            <a:pPr lvl="0" indent="0" marL="0">
              <a:buNone/>
            </a:pPr>
            <a:r>
              <a:rPr/>
              <a:t>Go to your class-notes to see what we covered in live-note taking!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Solutions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Exercise: Your turn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Do this, do that!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Collecting and Summarizing Data</dc:title>
  <dc:creator/>
  <cp:keywords/>
  <dcterms:created xsi:type="dcterms:W3CDTF">2026-08-19T17:02:41Z</dcterms:created>
  <dcterms:modified xsi:type="dcterms:W3CDTF">2026-08-19T17:02:41Z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editor">
    <vt:lpwstr>source</vt:lpwstr>
  </property>
  <property fmtid="{D5CDD505-2E9C-101B-9397-08002B2CF9AE}" pid="4" name="header-includes">
    <vt:lpwstr/>
  </property>
  <property fmtid="{D5CDD505-2E9C-101B-9397-08002B2CF9AE}" pid="5" name="include-after">
    <vt:lpwstr/>
  </property>
  <property fmtid="{D5CDD505-2E9C-101B-9397-08002B2CF9AE}" pid="6" name="include-before">
    <vt:lpwstr/>
  </property>
  <property fmtid="{D5CDD505-2E9C-101B-9397-08002B2CF9AE}" pid="7" name="labels">
    <vt:lpwstr/>
  </property>
  <property fmtid="{D5CDD505-2E9C-101B-9397-08002B2CF9AE}" pid="8" name="subtitle">
    <vt:lpwstr>Md Mutasim Billah,</vt:lpwstr>
  </property>
  <property fmtid="{D5CDD505-2E9C-101B-9397-08002B2CF9AE}" pid="9" name="toc-title">
    <vt:lpwstr>Table of contents</vt:lpwstr>
  </property>
</Properties>
</file>